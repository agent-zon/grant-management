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8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2C35B-AEB6-AB44-9C0A-DE0A11AC05E8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76D7D-8D91-6F4A-B827-A072BB19A71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986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smtClean="0">
                <a:solidFill>
                  <a:prstClr val="black"/>
                </a:solidFill>
              </a:rPr>
              <a:pPr/>
              <a:t>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/>
          </p:nvPr>
        </p:nvSpPr>
        <p:spPr>
          <a:xfrm>
            <a:off x="287338" y="661988"/>
            <a:ext cx="6223000" cy="3500437"/>
          </a:xfrm>
        </p:spPr>
      </p:sp>
      <p:sp>
        <p:nvSpPr>
          <p:cNvPr id="10" name="Notes Placeholder 9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5CEF-C06A-F54E-A317-DFEE121A3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C3A55-2154-D743-83D7-39AC8EE4E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DB998-D827-2543-AFF4-7B3026FB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7F451-9DDF-2046-B193-DFD1AE86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D13A-F508-3749-91CD-820B8591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212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E103-1D2F-F94C-9040-8EE355EB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66842-622B-0C41-86C8-8B5580EEF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BA0FA-F421-554A-BBEF-C1055879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9AD25-E5A5-DC46-920C-C8AE7257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0DE91-1E23-6844-87A0-15ED8992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259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CACFF-4731-E741-BFCA-5ED5AE83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58E47-9E75-8B49-8DE4-A4894F3E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A1918-853F-CE44-80EA-19B6EF40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2409C-39AB-CD48-B850-8842C962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E032E-E095-034D-8F1C-0D0E983F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401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E063-B978-2A4D-89FD-EDC7C477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3F81E-728A-AE46-A699-AA678CE8B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823EF-1C51-E742-A197-9748C221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4914E-436F-F843-BA0B-174DC1FB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EE7C9-9F1E-2C46-8A5B-EB855006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87F5A-346C-2348-B837-048ECCA3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733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1EC9-2046-464F-A4AB-C953CC32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DE27D-D999-E34E-9D0C-B423407C7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C5C51-F1EE-7840-832B-9DE660FF8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870FC-C266-EC4E-ACD7-2842F8791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5E9E1-F224-7A45-B56A-62E28EF0D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11184-B9C6-FA48-AE0E-D5D909F44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9E741-75AD-EC49-9933-312AC01C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1592F-667A-564C-8AEE-E9AE4CED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974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0DB5-6F4A-574A-8C09-5C669E43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ACCB8-76FC-BF4B-B4CE-26BBDE85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3A039-9B03-A94D-B711-83C708B3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090F3-86F7-2C42-87CE-6F6E6AF8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845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6B12-CA54-274D-BB38-05387E8E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A3981-FA95-ED45-A846-939F2D65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F931B-287E-2548-A6CC-D87D4AF1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358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4B8C-BD6A-B349-9981-5C753358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C56A-CB90-4749-B199-4D65D35FC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57C27-ED0A-1A4B-88EE-060031383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C5C70-1B54-F74D-A346-8626FB55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FF2DC-9B1A-BD4C-BF82-5D20F2BF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86CF5-1837-654C-8B7D-7349B291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02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F564-2DC2-F44D-9854-1567C92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11B5-F03F-9647-BEE1-74D836FF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6D73-A9DC-7C4C-872C-F3AE6C379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97607-21D2-2C42-B2F8-5FC3CA01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7F267-C61B-1440-88C9-8E8C7FE3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38D99-48CE-D542-91EB-EB0E9F9A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44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EF83-6772-AB4D-BB6F-DE0631794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E74BB-AD03-A147-BCA0-DABAEA20E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7975B-8943-C74D-8D61-4741A88C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EBA34-8CB1-3341-854C-00774A27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449F-6A20-B940-AB37-F3984496F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929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463DC-C39C-6D49-ABB0-0D6662429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CED51-2647-A54F-9EE3-21FF69EC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C8895-C006-B442-A39D-566D7F29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D09AA-633F-8348-A5D1-3AE1E1BF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D745D-B206-E341-A6DE-47FA5087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8297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3916" y="1690687"/>
            <a:ext cx="11542194" cy="4391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5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61FFC-E057-2E42-9BF6-75F7AEFF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6298B-F76C-9A44-B639-1622E36C1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0A324-D057-3946-B131-5A4E70879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5E5EB-DE98-5842-A904-0F669FBD63B5}" type="datetimeFigureOut">
              <a:rPr lang="en-DE" smtClean="0"/>
              <a:t>31.01.20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FF338-E1A2-6F42-8158-EE72FC0D8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881D-623D-314D-ADDC-5629EF5CB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40677-BD62-E948-BB7F-179F2B7908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667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1.gif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et Authorization Code"/>
          <p:cNvGrpSpPr/>
          <p:nvPr/>
        </p:nvGrpSpPr>
        <p:grpSpPr>
          <a:xfrm>
            <a:off x="1910523" y="1609095"/>
            <a:ext cx="5942756" cy="1586140"/>
            <a:chOff x="1911020" y="1609415"/>
            <a:chExt cx="5944304" cy="1586553"/>
          </a:xfrm>
        </p:grpSpPr>
        <p:cxnSp>
          <p:nvCxnSpPr>
            <p:cNvPr id="72" name="Elbow Connector 14"/>
            <p:cNvCxnSpPr/>
            <p:nvPr/>
          </p:nvCxnSpPr>
          <p:spPr bwMode="gray">
            <a:xfrm rot="16200000" flipV="1">
              <a:off x="6858513" y="1016230"/>
              <a:ext cx="152342" cy="1841281"/>
            </a:xfrm>
            <a:prstGeom prst="curvedConnector2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et Authorization Code"/>
            <p:cNvGrpSpPr/>
            <p:nvPr/>
          </p:nvGrpSpPr>
          <p:grpSpPr>
            <a:xfrm>
              <a:off x="1911020" y="1609415"/>
              <a:ext cx="4103020" cy="1586553"/>
              <a:chOff x="1911020" y="1609415"/>
              <a:chExt cx="4103020" cy="1586553"/>
            </a:xfrm>
          </p:grpSpPr>
          <p:cxnSp>
            <p:nvCxnSpPr>
              <p:cNvPr id="74" name="Elbow Connector 14"/>
              <p:cNvCxnSpPr/>
              <p:nvPr/>
            </p:nvCxnSpPr>
            <p:spPr bwMode="gray">
              <a:xfrm rot="5400000" flipH="1" flipV="1">
                <a:off x="3294895" y="476824"/>
                <a:ext cx="1335269" cy="4103020"/>
              </a:xfrm>
              <a:prstGeom prst="curvedConnector2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/>
              <p:cNvSpPr/>
              <p:nvPr/>
            </p:nvSpPr>
            <p:spPr bwMode="gray">
              <a:xfrm>
                <a:off x="2222537" y="1609415"/>
                <a:ext cx="348714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en-US" sz="1400" kern="0" dirty="0">
                    <a:latin typeface="Segoe Script" pitchFamily="34" charset="0"/>
                    <a:ea typeface="Arial Unicode MS" pitchFamily="34" charset="-128"/>
                    <a:cs typeface="Arial Unicode MS" pitchFamily="34" charset="-128"/>
                  </a:rPr>
                  <a:t>GET AUTHORIZATION CODE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 bwMode="gray">
          <a:xfrm>
            <a:off x="7441639" y="2012616"/>
            <a:ext cx="1918672" cy="1822193"/>
            <a:chOff x="4953389" y="2138682"/>
            <a:chExt cx="1919172" cy="1822668"/>
          </a:xfrm>
        </p:grpSpPr>
        <p:pic>
          <p:nvPicPr>
            <p:cNvPr id="6" name="Picture 5" descr="lock.gif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076905" y="2138682"/>
              <a:ext cx="576464" cy="83175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 bwMode="gray">
            <a:xfrm>
              <a:off x="4953389" y="3099351"/>
              <a:ext cx="1919172" cy="861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600" b="1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OPEN ID CONNECT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600" b="1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(IAS)</a:t>
              </a:r>
            </a:p>
          </p:txBody>
        </p:sp>
      </p:grpSp>
      <p:grpSp>
        <p:nvGrpSpPr>
          <p:cNvPr id="8" name="Get Access Token"/>
          <p:cNvGrpSpPr/>
          <p:nvPr/>
        </p:nvGrpSpPr>
        <p:grpSpPr>
          <a:xfrm>
            <a:off x="4459826" y="2207651"/>
            <a:ext cx="3105297" cy="1052682"/>
            <a:chOff x="4460987" y="2208127"/>
            <a:chExt cx="3106106" cy="1052956"/>
          </a:xfrm>
        </p:grpSpPr>
        <p:cxnSp>
          <p:nvCxnSpPr>
            <p:cNvPr id="9" name="Elbow Connector 14"/>
            <p:cNvCxnSpPr>
              <a:endCxn id="6" idx="1"/>
            </p:cNvCxnSpPr>
            <p:nvPr/>
          </p:nvCxnSpPr>
          <p:spPr bwMode="gray">
            <a:xfrm rot="5400000" flipH="1" flipV="1">
              <a:off x="5597958" y="1291949"/>
              <a:ext cx="832163" cy="3106106"/>
            </a:xfrm>
            <a:prstGeom prst="curvedConnector2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 bwMode="gray">
            <a:xfrm>
              <a:off x="4615675" y="2208127"/>
              <a:ext cx="295141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400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GET OIDC TOKEN</a:t>
              </a:r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7333689" y="4252115"/>
            <a:ext cx="1390395" cy="1043288"/>
            <a:chOff x="4845411" y="4378763"/>
            <a:chExt cx="1390757" cy="1043560"/>
          </a:xfrm>
        </p:grpSpPr>
        <p:sp>
          <p:nvSpPr>
            <p:cNvPr id="12" name="TextBox 11"/>
            <p:cNvSpPr txBox="1"/>
            <p:nvPr/>
          </p:nvSpPr>
          <p:spPr bwMode="gray">
            <a:xfrm>
              <a:off x="4845411" y="5176102"/>
              <a:ext cx="13907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600" b="1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SERVICE</a:t>
              </a:r>
            </a:p>
          </p:txBody>
        </p:sp>
        <p:pic>
          <p:nvPicPr>
            <p:cNvPr id="13" name="Picture 12" descr="folder.g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5365137" y="4378763"/>
              <a:ext cx="484632" cy="646176"/>
            </a:xfrm>
            <a:prstGeom prst="rect">
              <a:avLst/>
            </a:prstGeom>
          </p:spPr>
        </p:pic>
        <p:pic>
          <p:nvPicPr>
            <p:cNvPr id="14" name="Picture 13" descr="resource.g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5228096" y="4482395"/>
              <a:ext cx="268103" cy="571690"/>
            </a:xfrm>
            <a:prstGeom prst="rect">
              <a:avLst/>
            </a:prstGeom>
          </p:spPr>
        </p:pic>
        <p:pic>
          <p:nvPicPr>
            <p:cNvPr id="15" name="Picture 14" descr="resource.g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5231085" y="4489480"/>
              <a:ext cx="268103" cy="571690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 bwMode="gray">
          <a:xfrm>
            <a:off x="373695" y="2984597"/>
            <a:ext cx="1266042" cy="1308083"/>
            <a:chOff x="97334" y="3070339"/>
            <a:chExt cx="1266372" cy="1308424"/>
          </a:xfrm>
        </p:grpSpPr>
        <p:sp>
          <p:nvSpPr>
            <p:cNvPr id="17" name="TextBox 16"/>
            <p:cNvSpPr txBox="1"/>
            <p:nvPr/>
          </p:nvSpPr>
          <p:spPr bwMode="gray">
            <a:xfrm>
              <a:off x="97334" y="3886320"/>
              <a:ext cx="1266372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600" b="1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RESOURCE</a:t>
              </a:r>
              <a:br>
                <a:rPr lang="en-US" sz="1600" b="1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</a:br>
              <a:r>
                <a:rPr lang="en-US" sz="1600" b="1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OWNER</a:t>
              </a:r>
            </a:p>
          </p:txBody>
        </p:sp>
        <p:pic>
          <p:nvPicPr>
            <p:cNvPr id="18" name="Picture 17" descr="user.gif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 bwMode="gray">
            <a:xfrm flipH="1">
              <a:off x="481284" y="3070339"/>
              <a:ext cx="636135" cy="791527"/>
            </a:xfrm>
            <a:prstGeom prst="rect">
              <a:avLst/>
            </a:prstGeom>
          </p:spPr>
        </p:pic>
      </p:grpSp>
      <p:sp>
        <p:nvSpPr>
          <p:cNvPr id="19" name="Freeform 18"/>
          <p:cNvSpPr/>
          <p:nvPr/>
        </p:nvSpPr>
        <p:spPr bwMode="gray">
          <a:xfrm>
            <a:off x="3974932" y="3266128"/>
            <a:ext cx="1331094" cy="597646"/>
          </a:xfrm>
          <a:custGeom>
            <a:avLst/>
            <a:gdLst>
              <a:gd name="connsiteX0" fmla="*/ 145899 w 4473496"/>
              <a:gd name="connsiteY0" fmla="*/ 44260 h 2901760"/>
              <a:gd name="connsiteX1" fmla="*/ 222099 w 4473496"/>
              <a:gd name="connsiteY1" fmla="*/ 25210 h 2901760"/>
              <a:gd name="connsiteX2" fmla="*/ 1117449 w 4473496"/>
              <a:gd name="connsiteY2" fmla="*/ 82360 h 2901760"/>
              <a:gd name="connsiteX3" fmla="*/ 2489049 w 4473496"/>
              <a:gd name="connsiteY3" fmla="*/ 101410 h 2901760"/>
              <a:gd name="connsiteX4" fmla="*/ 4298799 w 4473496"/>
              <a:gd name="connsiteY4" fmla="*/ 82360 h 2901760"/>
              <a:gd name="connsiteX5" fmla="*/ 4279749 w 4473496"/>
              <a:gd name="connsiteY5" fmla="*/ 139510 h 2901760"/>
              <a:gd name="connsiteX6" fmla="*/ 4317849 w 4473496"/>
              <a:gd name="connsiteY6" fmla="*/ 882460 h 2901760"/>
              <a:gd name="connsiteX7" fmla="*/ 4336899 w 4473496"/>
              <a:gd name="connsiteY7" fmla="*/ 1434910 h 2901760"/>
              <a:gd name="connsiteX8" fmla="*/ 4374999 w 4473496"/>
              <a:gd name="connsiteY8" fmla="*/ 1796860 h 2901760"/>
              <a:gd name="connsiteX9" fmla="*/ 4394049 w 4473496"/>
              <a:gd name="connsiteY9" fmla="*/ 1968310 h 2901760"/>
              <a:gd name="connsiteX10" fmla="*/ 4432149 w 4473496"/>
              <a:gd name="connsiteY10" fmla="*/ 2349310 h 2901760"/>
              <a:gd name="connsiteX11" fmla="*/ 4451199 w 4473496"/>
              <a:gd name="connsiteY11" fmla="*/ 2749360 h 2901760"/>
              <a:gd name="connsiteX12" fmla="*/ 4470249 w 4473496"/>
              <a:gd name="connsiteY12" fmla="*/ 2825560 h 2901760"/>
              <a:gd name="connsiteX13" fmla="*/ 4432149 w 4473496"/>
              <a:gd name="connsiteY13" fmla="*/ 2901760 h 2901760"/>
              <a:gd name="connsiteX14" fmla="*/ 3498699 w 4473496"/>
              <a:gd name="connsiteY14" fmla="*/ 2863660 h 2901760"/>
              <a:gd name="connsiteX15" fmla="*/ 1060299 w 4473496"/>
              <a:gd name="connsiteY15" fmla="*/ 2844610 h 2901760"/>
              <a:gd name="connsiteX16" fmla="*/ 31599 w 4473496"/>
              <a:gd name="connsiteY16" fmla="*/ 2825560 h 2901760"/>
              <a:gd name="connsiteX17" fmla="*/ 88749 w 4473496"/>
              <a:gd name="connsiteY17" fmla="*/ 2749360 h 2901760"/>
              <a:gd name="connsiteX18" fmla="*/ 126849 w 4473496"/>
              <a:gd name="connsiteY18" fmla="*/ 2425510 h 2901760"/>
              <a:gd name="connsiteX19" fmla="*/ 164949 w 4473496"/>
              <a:gd name="connsiteY19" fmla="*/ 2235010 h 2901760"/>
              <a:gd name="connsiteX20" fmla="*/ 145899 w 4473496"/>
              <a:gd name="connsiteY20" fmla="*/ 1320610 h 2901760"/>
              <a:gd name="connsiteX21" fmla="*/ 126849 w 4473496"/>
              <a:gd name="connsiteY21" fmla="*/ 1263460 h 2901760"/>
              <a:gd name="connsiteX22" fmla="*/ 107799 w 4473496"/>
              <a:gd name="connsiteY22" fmla="*/ 958660 h 2901760"/>
              <a:gd name="connsiteX23" fmla="*/ 88749 w 4473496"/>
              <a:gd name="connsiteY23" fmla="*/ 711010 h 2901760"/>
              <a:gd name="connsiteX24" fmla="*/ 107799 w 4473496"/>
              <a:gd name="connsiteY24" fmla="*/ 82360 h 2901760"/>
              <a:gd name="connsiteX25" fmla="*/ 145899 w 4473496"/>
              <a:gd name="connsiteY25" fmla="*/ 44260 h 290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73496" h="2901760">
                <a:moveTo>
                  <a:pt x="145899" y="44260"/>
                </a:moveTo>
                <a:cubicBezTo>
                  <a:pt x="164949" y="34735"/>
                  <a:pt x="195937" y="24184"/>
                  <a:pt x="222099" y="25210"/>
                </a:cubicBezTo>
                <a:cubicBezTo>
                  <a:pt x="520927" y="36929"/>
                  <a:pt x="818560" y="72313"/>
                  <a:pt x="1117449" y="82360"/>
                </a:cubicBezTo>
                <a:cubicBezTo>
                  <a:pt x="1574435" y="97721"/>
                  <a:pt x="2031849" y="95060"/>
                  <a:pt x="2489049" y="101410"/>
                </a:cubicBezTo>
                <a:cubicBezTo>
                  <a:pt x="3092299" y="95060"/>
                  <a:pt x="3695652" y="69527"/>
                  <a:pt x="4298799" y="82360"/>
                </a:cubicBezTo>
                <a:cubicBezTo>
                  <a:pt x="4318875" y="82787"/>
                  <a:pt x="4279271" y="119435"/>
                  <a:pt x="4279749" y="139510"/>
                </a:cubicBezTo>
                <a:cubicBezTo>
                  <a:pt x="4285652" y="387415"/>
                  <a:pt x="4309303" y="634632"/>
                  <a:pt x="4317849" y="882460"/>
                </a:cubicBezTo>
                <a:cubicBezTo>
                  <a:pt x="4324199" y="1066610"/>
                  <a:pt x="4328718" y="1250832"/>
                  <a:pt x="4336899" y="1434910"/>
                </a:cubicBezTo>
                <a:cubicBezTo>
                  <a:pt x="4350434" y="1739449"/>
                  <a:pt x="4325093" y="1647141"/>
                  <a:pt x="4374999" y="1796860"/>
                </a:cubicBezTo>
                <a:cubicBezTo>
                  <a:pt x="4381349" y="1854010"/>
                  <a:pt x="4389274" y="1911007"/>
                  <a:pt x="4394049" y="1968310"/>
                </a:cubicBezTo>
                <a:cubicBezTo>
                  <a:pt x="4424340" y="2331804"/>
                  <a:pt x="4391295" y="2145041"/>
                  <a:pt x="4432149" y="2349310"/>
                </a:cubicBezTo>
                <a:cubicBezTo>
                  <a:pt x="4438499" y="2482660"/>
                  <a:pt x="4440553" y="2616284"/>
                  <a:pt x="4451199" y="2749360"/>
                </a:cubicBezTo>
                <a:cubicBezTo>
                  <a:pt x="4453287" y="2775458"/>
                  <a:pt x="4473496" y="2799580"/>
                  <a:pt x="4470249" y="2825560"/>
                </a:cubicBezTo>
                <a:cubicBezTo>
                  <a:pt x="4466727" y="2853739"/>
                  <a:pt x="4444849" y="2876360"/>
                  <a:pt x="4432149" y="2901760"/>
                </a:cubicBezTo>
                <a:lnTo>
                  <a:pt x="3498699" y="2863660"/>
                </a:lnTo>
                <a:lnTo>
                  <a:pt x="1060299" y="2844610"/>
                </a:lnTo>
                <a:lnTo>
                  <a:pt x="31599" y="2825560"/>
                </a:lnTo>
                <a:cubicBezTo>
                  <a:pt x="0" y="2822462"/>
                  <a:pt x="81395" y="2780247"/>
                  <a:pt x="88749" y="2749360"/>
                </a:cubicBezTo>
                <a:cubicBezTo>
                  <a:pt x="113925" y="2643621"/>
                  <a:pt x="110920" y="2533031"/>
                  <a:pt x="126849" y="2425510"/>
                </a:cubicBezTo>
                <a:cubicBezTo>
                  <a:pt x="136339" y="2361452"/>
                  <a:pt x="164949" y="2235010"/>
                  <a:pt x="164949" y="2235010"/>
                </a:cubicBezTo>
                <a:cubicBezTo>
                  <a:pt x="158599" y="1930210"/>
                  <a:pt x="157845" y="1625242"/>
                  <a:pt x="145899" y="1320610"/>
                </a:cubicBezTo>
                <a:cubicBezTo>
                  <a:pt x="145112" y="1300545"/>
                  <a:pt x="128951" y="1283430"/>
                  <a:pt x="126849" y="1263460"/>
                </a:cubicBezTo>
                <a:cubicBezTo>
                  <a:pt x="116192" y="1162221"/>
                  <a:pt x="114803" y="1060217"/>
                  <a:pt x="107799" y="958660"/>
                </a:cubicBezTo>
                <a:cubicBezTo>
                  <a:pt x="102103" y="876062"/>
                  <a:pt x="95099" y="793560"/>
                  <a:pt x="88749" y="711010"/>
                </a:cubicBezTo>
                <a:cubicBezTo>
                  <a:pt x="95099" y="501460"/>
                  <a:pt x="96483" y="291701"/>
                  <a:pt x="107799" y="82360"/>
                </a:cubicBezTo>
                <a:cubicBezTo>
                  <a:pt x="112251" y="0"/>
                  <a:pt x="126849" y="53785"/>
                  <a:pt x="145899" y="44260"/>
                </a:cubicBezTo>
                <a:close/>
              </a:path>
            </a:pathLst>
          </a:custGeom>
          <a:noFill/>
          <a:ln w="6350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b="1" kern="0" dirty="0">
                <a:latin typeface="Segoe Script" pitchFamily="34" charset="0"/>
                <a:ea typeface="Arial Unicode MS" pitchFamily="34" charset="-128"/>
                <a:cs typeface="Arial Unicode MS" pitchFamily="34" charset="-128"/>
              </a:rPr>
              <a:t>WEB SERVER</a:t>
            </a:r>
          </a:p>
        </p:txBody>
      </p:sp>
      <p:grpSp>
        <p:nvGrpSpPr>
          <p:cNvPr id="20" name="Access Token 3"/>
          <p:cNvGrpSpPr/>
          <p:nvPr/>
        </p:nvGrpSpPr>
        <p:grpSpPr bwMode="gray">
          <a:xfrm rot="339307">
            <a:off x="7497247" y="2725125"/>
            <a:ext cx="211612" cy="238063"/>
            <a:chOff x="5553075" y="1762125"/>
            <a:chExt cx="381000" cy="428625"/>
          </a:xfrm>
          <a:solidFill>
            <a:schemeClr val="accent4"/>
          </a:solidFill>
        </p:grpSpPr>
        <p:sp>
          <p:nvSpPr>
            <p:cNvPr id="21" name="Vertical Scroll 20"/>
            <p:cNvSpPr/>
            <p:nvPr/>
          </p:nvSpPr>
          <p:spPr bwMode="gray">
            <a:xfrm>
              <a:off x="5553075" y="1762125"/>
              <a:ext cx="361950" cy="381000"/>
            </a:xfrm>
            <a:prstGeom prst="verticalScroll">
              <a:avLst/>
            </a:prstGeom>
            <a:grpFill/>
            <a:ln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89977" tIns="71981" rIns="89977" bIns="71981" rtlCol="0" anchor="ctr"/>
            <a:lstStyle/>
            <a:p>
              <a:pPr algn="ctr" defTabSz="914126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US" sz="1999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6-Point Star 21"/>
            <p:cNvSpPr/>
            <p:nvPr/>
          </p:nvSpPr>
          <p:spPr bwMode="gray">
            <a:xfrm>
              <a:off x="5753100" y="2009775"/>
              <a:ext cx="180975" cy="180975"/>
            </a:xfrm>
            <a:prstGeom prst="star6">
              <a:avLst/>
            </a:prstGeom>
            <a:solidFill>
              <a:schemeClr val="accent5"/>
            </a:solidFill>
            <a:ln w="6350" algn="ctr">
              <a:noFill/>
              <a:miter lim="800000"/>
              <a:headEnd/>
              <a:tailEnd/>
            </a:ln>
          </p:spPr>
          <p:txBody>
            <a:bodyPr lIns="89977" tIns="71981" rIns="89977" bIns="71981" rtlCol="0" anchor="ctr"/>
            <a:lstStyle/>
            <a:p>
              <a:pPr algn="ctr" defTabSz="914126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US" sz="1999" kern="0" dirty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pic>
        <p:nvPicPr>
          <p:cNvPr id="23" name="Picture 22" descr="resource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7709960" y="4355720"/>
            <a:ext cx="268033" cy="571541"/>
          </a:xfrm>
          <a:prstGeom prst="rect">
            <a:avLst/>
          </a:prstGeom>
        </p:spPr>
      </p:pic>
      <p:grpSp>
        <p:nvGrpSpPr>
          <p:cNvPr id="24" name="Use Access Token"/>
          <p:cNvGrpSpPr/>
          <p:nvPr/>
        </p:nvGrpSpPr>
        <p:grpSpPr>
          <a:xfrm>
            <a:off x="4459826" y="3841015"/>
            <a:ext cx="3256449" cy="1134315"/>
            <a:chOff x="4460986" y="3841916"/>
            <a:chExt cx="3257297" cy="1134610"/>
          </a:xfrm>
        </p:grpSpPr>
        <p:sp>
          <p:nvSpPr>
            <p:cNvPr id="25" name="Rectangle 24"/>
            <p:cNvSpPr/>
            <p:nvPr/>
          </p:nvSpPr>
          <p:spPr bwMode="gray">
            <a:xfrm>
              <a:off x="5114977" y="4668669"/>
              <a:ext cx="1898771" cy="3078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400" kern="0" dirty="0">
                  <a:latin typeface="Segoe Script" pitchFamily="34" charset="0"/>
                  <a:ea typeface="Arial Unicode MS" pitchFamily="34" charset="-128"/>
                  <a:cs typeface="Arial Unicode MS" pitchFamily="34" charset="-128"/>
                </a:rPr>
                <a:t>USE OIDC TOKEN</a:t>
              </a:r>
            </a:p>
          </p:txBody>
        </p:sp>
        <p:cxnSp>
          <p:nvCxnSpPr>
            <p:cNvPr id="26" name="Elbow Connector 14"/>
            <p:cNvCxnSpPr>
              <a:endCxn id="14" idx="1"/>
            </p:cNvCxnSpPr>
            <p:nvPr/>
          </p:nvCxnSpPr>
          <p:spPr bwMode="gray">
            <a:xfrm rot="16200000" flipH="1">
              <a:off x="5689293" y="2613609"/>
              <a:ext cx="800683" cy="3257297"/>
            </a:xfrm>
            <a:prstGeom prst="curvedConnector2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E" descr="ie.gi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 bwMode="gray">
          <a:xfrm>
            <a:off x="1639737" y="3214280"/>
            <a:ext cx="541569" cy="580683"/>
          </a:xfrm>
          <a:prstGeom prst="rect">
            <a:avLst/>
          </a:prstGeom>
        </p:spPr>
      </p:pic>
      <p:pic>
        <p:nvPicPr>
          <p:cNvPr id="28" name="Picture 27" descr="tablet.gi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 bwMode="gray">
          <a:xfrm>
            <a:off x="1973154" y="3421097"/>
            <a:ext cx="497611" cy="622225"/>
          </a:xfrm>
          <a:prstGeom prst="rect">
            <a:avLst/>
          </a:prstGeom>
        </p:spPr>
      </p:pic>
      <p:cxnSp>
        <p:nvCxnSpPr>
          <p:cNvPr id="29" name="Straight Arrow Connector 10"/>
          <p:cNvCxnSpPr/>
          <p:nvPr/>
        </p:nvCxnSpPr>
        <p:spPr bwMode="gray">
          <a:xfrm flipH="1">
            <a:off x="2499579" y="3675501"/>
            <a:ext cx="135695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Access Token 3"/>
          <p:cNvGrpSpPr/>
          <p:nvPr/>
        </p:nvGrpSpPr>
        <p:grpSpPr bwMode="gray">
          <a:xfrm rot="339307">
            <a:off x="4710730" y="3613025"/>
            <a:ext cx="211612" cy="238063"/>
            <a:chOff x="5553075" y="1762125"/>
            <a:chExt cx="381000" cy="428625"/>
          </a:xfrm>
          <a:solidFill>
            <a:schemeClr val="accent4"/>
          </a:solidFill>
        </p:grpSpPr>
        <p:sp>
          <p:nvSpPr>
            <p:cNvPr id="31" name="Vertical Scroll 30"/>
            <p:cNvSpPr/>
            <p:nvPr/>
          </p:nvSpPr>
          <p:spPr bwMode="gray">
            <a:xfrm>
              <a:off x="5553075" y="1762125"/>
              <a:ext cx="361950" cy="381000"/>
            </a:xfrm>
            <a:prstGeom prst="verticalScroll">
              <a:avLst/>
            </a:prstGeom>
            <a:grpFill/>
            <a:ln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89977" tIns="71981" rIns="89977" bIns="71981" rtlCol="0" anchor="ctr"/>
            <a:lstStyle/>
            <a:p>
              <a:pPr algn="ctr" defTabSz="914126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US" sz="1999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2" name="6-Point Star 31"/>
            <p:cNvSpPr/>
            <p:nvPr/>
          </p:nvSpPr>
          <p:spPr bwMode="gray">
            <a:xfrm>
              <a:off x="5753100" y="2009775"/>
              <a:ext cx="180975" cy="180975"/>
            </a:xfrm>
            <a:prstGeom prst="star6">
              <a:avLst/>
            </a:prstGeom>
            <a:solidFill>
              <a:schemeClr val="accent5"/>
            </a:solidFill>
            <a:ln w="6350" algn="ctr">
              <a:noFill/>
              <a:miter lim="800000"/>
              <a:headEnd/>
              <a:tailEnd/>
            </a:ln>
          </p:spPr>
          <p:txBody>
            <a:bodyPr lIns="89977" tIns="71981" rIns="89977" bIns="71981" rtlCol="0" anchor="ctr"/>
            <a:lstStyle/>
            <a:p>
              <a:pPr algn="ctr" defTabSz="914126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US" sz="1999" kern="0" dirty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3" name="Authorization Code"/>
          <p:cNvGrpSpPr/>
          <p:nvPr/>
        </p:nvGrpSpPr>
        <p:grpSpPr bwMode="gray">
          <a:xfrm rot="339307">
            <a:off x="7342298" y="2072581"/>
            <a:ext cx="211612" cy="238063"/>
            <a:chOff x="5553075" y="1762125"/>
            <a:chExt cx="381000" cy="428625"/>
          </a:xfrm>
        </p:grpSpPr>
        <p:sp>
          <p:nvSpPr>
            <p:cNvPr id="34" name="Vertical Scroll 33"/>
            <p:cNvSpPr/>
            <p:nvPr/>
          </p:nvSpPr>
          <p:spPr bwMode="gray">
            <a:xfrm>
              <a:off x="5553075" y="1762125"/>
              <a:ext cx="361950" cy="381000"/>
            </a:xfrm>
            <a:prstGeom prst="verticalScroll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89977" tIns="71981" rIns="89977" bIns="71981" rtlCol="0" anchor="ctr"/>
            <a:lstStyle/>
            <a:p>
              <a:pPr algn="ctr" defTabSz="914126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US" sz="1999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5" name="6-Point Star 34"/>
            <p:cNvSpPr/>
            <p:nvPr/>
          </p:nvSpPr>
          <p:spPr bwMode="gray">
            <a:xfrm>
              <a:off x="5753100" y="2009775"/>
              <a:ext cx="180975" cy="180975"/>
            </a:xfrm>
            <a:prstGeom prst="star6">
              <a:avLst/>
            </a:prstGeom>
            <a:solidFill>
              <a:schemeClr val="tx1"/>
            </a:solidFill>
            <a:ln w="6350" algn="ctr">
              <a:noFill/>
              <a:miter lim="800000"/>
              <a:headEnd/>
              <a:tailEnd/>
            </a:ln>
          </p:spPr>
          <p:txBody>
            <a:bodyPr lIns="89977" tIns="71981" rIns="89977" bIns="71981" rtlCol="0" anchor="ctr"/>
            <a:lstStyle/>
            <a:p>
              <a:pPr algn="ctr" defTabSz="914126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US" sz="1999" kern="0" dirty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1" name="Oval 40"/>
          <p:cNvSpPr/>
          <p:nvPr/>
        </p:nvSpPr>
        <p:spPr bwMode="gray">
          <a:xfrm>
            <a:off x="2470766" y="3362903"/>
            <a:ext cx="246223" cy="245347"/>
          </a:xfrm>
          <a:prstGeom prst="ellipse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0"/>
            <a:tileRect r="-100000" b="-100000"/>
          </a:gradFill>
          <a:ln w="635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999" kern="0" dirty="0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50" name="Picture 49" descr="resource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7709960" y="4355720"/>
            <a:ext cx="268033" cy="5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365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23093E-6 -2.22222E-6 L 0.12978 0.0391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3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78 0.03912 L -0.00105 -0.0009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48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0093 L 0.08943 -0.15833 C 0.10791 -0.19282 0.13981 -0.22315 0.17495 -0.24259 C 0.21518 -0.26458 0.24915 -0.2706 0.27558 -0.26042 L 0.40029 -0.2213 " pathEditMode="relative" rAng="-1029694" ptsTypes="FffFF">
                                      <p:cBhvr>
                                        <p:cTn id="1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14" y="-1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0.0051 L -0.11872 -0.03496 C -0.14358 -0.0419 -0.17834 -0.03612 -0.2131 -0.01968 C -0.25332 -0.00209 -0.28287 0.02268 -0.30266 0.0493 L -0.39794 0.17546 " pathEditMode="relative" rAng="9939305" ptsTypes="FffFF">
                                      <p:cBhvr>
                                        <p:cTn id="2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68" y="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925 0.18773 L -0.27545 0.2099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83" y="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662 0.20833 L 0.00143 0.0583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03" y="-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0254 L -0.22872 0.1284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81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68029E-7 0.00277 L 0.22806 0.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03" y="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48148E-6 L -0.22109 -0.1236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5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  <p:bldP spid="41" grpId="2" animBg="1"/>
      <p:bldP spid="41" grpId="3" animBg="1"/>
      <p:bldP spid="41" grpId="4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22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Script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Boer, Martijn</dc:creator>
  <cp:lastModifiedBy>de Boer, Martijn</cp:lastModifiedBy>
  <cp:revision>3</cp:revision>
  <dcterms:created xsi:type="dcterms:W3CDTF">2020-01-31T09:39:20Z</dcterms:created>
  <dcterms:modified xsi:type="dcterms:W3CDTF">2020-01-31T11:40:37Z</dcterms:modified>
</cp:coreProperties>
</file>